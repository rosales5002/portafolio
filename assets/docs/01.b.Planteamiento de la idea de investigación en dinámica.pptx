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901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39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070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9407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946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3725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434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748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s-P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057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479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800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DC03F252-5E73-4AB0-9C38-525D952CEC66}" type="datetimeFigureOut">
              <a:rPr lang="es-PE" smtClean="0"/>
              <a:t>15/04/2024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66FD176-3093-4D57-9BBB-22803A8BB5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147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EAF7A-207B-4FD5-A127-34B0D892C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Planteamiento de la idea de investigación en dinámica de sistemas, como caso de estudio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870143-D92C-4FC8-AD51-94C45636B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Ing. </a:t>
            </a:r>
            <a:r>
              <a:rPr lang="es-ES" dirty="0" err="1"/>
              <a:t>Estares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9531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C3FE9-D9E7-4A24-B9DD-37541CC06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EL PROBLEMA</a:t>
            </a:r>
            <a:br>
              <a:rPr lang="es-PE" dirty="0"/>
            </a:b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307E54-09A8-4812-AAC8-88E2DF56A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1.	¿Cuál es el problema?</a:t>
            </a:r>
          </a:p>
          <a:p>
            <a:r>
              <a:rPr lang="es-MX" dirty="0"/>
              <a:t>2.	¿Qué estamos investigando?</a:t>
            </a:r>
          </a:p>
          <a:p>
            <a:r>
              <a:rPr lang="es-MX" dirty="0"/>
              <a:t>3.	Carencia de Información </a:t>
            </a:r>
          </a:p>
          <a:p>
            <a:r>
              <a:rPr lang="es-MX" dirty="0"/>
              <a:t>4.	Donde se sitúa el problema. (referentes teóricos)</a:t>
            </a:r>
          </a:p>
          <a:p>
            <a:r>
              <a:rPr lang="es-MX" dirty="0"/>
              <a:t>5.	Cuál es el contexto teórico.</a:t>
            </a:r>
          </a:p>
          <a:p>
            <a:r>
              <a:rPr lang="es-MX" dirty="0"/>
              <a:t>6.	Contradicciones planteamiento y hallazgos</a:t>
            </a:r>
          </a:p>
          <a:p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CFD285-D8DC-4CBE-BA62-44774319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b="1" i="1" dirty="0"/>
              <a:t>IDENTIFICA EL PROBLEMA</a:t>
            </a:r>
          </a:p>
          <a:p>
            <a:r>
              <a:rPr lang="es-ES" b="1" i="1" dirty="0"/>
              <a:t>RELACIONA EL PROBLEMA DENTRO DE UN CONTEXTO AMPLIO</a:t>
            </a:r>
          </a:p>
          <a:p>
            <a:endParaRPr lang="es-PE" b="1" i="1" dirty="0"/>
          </a:p>
        </p:txBody>
      </p:sp>
    </p:spTree>
    <p:extLst>
      <p:ext uri="{BB962C8B-B14F-4D97-AF65-F5344CB8AC3E}">
        <p14:creationId xmlns:p14="http://schemas.microsoft.com/office/powerpoint/2010/main" val="408547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6FFA6-DB56-4EF4-8D0A-52FF1CAC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POR QUE Y CUANDO SURGE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795865-F806-41FB-9E84-A35BA8761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7.	Características que lo definen.</a:t>
            </a:r>
          </a:p>
          <a:p>
            <a:r>
              <a:rPr lang="es-MX" dirty="0"/>
              <a:t>8.	¿Qué elementos inciden en su comportamiento?</a:t>
            </a:r>
          </a:p>
          <a:p>
            <a:r>
              <a:rPr lang="es-MX" dirty="0"/>
              <a:t>9.	¿Qué elementos lo identifican?</a:t>
            </a:r>
          </a:p>
          <a:p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F47F39-1A87-4BD0-977D-BBF734855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b="1" i="1" dirty="0"/>
              <a:t>PRESENTA INFORMACIÒN IMPORTANTE</a:t>
            </a:r>
            <a:endParaRPr lang="es-PE" b="1" i="1" dirty="0"/>
          </a:p>
        </p:txBody>
      </p:sp>
    </p:spTree>
    <p:extLst>
      <p:ext uri="{BB962C8B-B14F-4D97-AF65-F5344CB8AC3E}">
        <p14:creationId xmlns:p14="http://schemas.microsoft.com/office/powerpoint/2010/main" val="393003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98210-DC31-4964-B188-3A1A42FA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DONDE SURGE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57651-554D-49DE-8B2B-B0939DABC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10.	Como surge.</a:t>
            </a:r>
          </a:p>
          <a:p>
            <a:r>
              <a:rPr lang="es-MX" dirty="0"/>
              <a:t>11.	Como se manifiesta.</a:t>
            </a:r>
          </a:p>
          <a:p>
            <a:r>
              <a:rPr lang="es-MX" dirty="0"/>
              <a:t>12.	Contradicción, planteamiento y realidades.</a:t>
            </a:r>
          </a:p>
          <a:p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6C8890-599B-43F1-BDE0-646B620BB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b="1" i="1" dirty="0"/>
              <a:t>PRESENTA DATOS</a:t>
            </a:r>
            <a:endParaRPr lang="es-PE" b="1" i="1" dirty="0"/>
          </a:p>
        </p:txBody>
      </p:sp>
    </p:spTree>
    <p:extLst>
      <p:ext uri="{BB962C8B-B14F-4D97-AF65-F5344CB8AC3E}">
        <p14:creationId xmlns:p14="http://schemas.microsoft.com/office/powerpoint/2010/main" val="1429512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63FA8-1F6B-4ABA-ADD7-5F04C908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CARACTERISTICAS Y COMO SE MANIFIESTA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C14197-0440-4AB4-BA2E-8D6B7F077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13.	Por qué se ha seleccionado el tema.</a:t>
            </a:r>
          </a:p>
          <a:p>
            <a:r>
              <a:rPr lang="es-MX" dirty="0"/>
              <a:t>14.	Cuales son las razones para realizar la investigación.</a:t>
            </a:r>
          </a:p>
          <a:p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2D6BE9-29A1-4D71-BCD2-B4330BA7D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JUSTIFICA EL ESTUDIO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27713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6A385-EDFA-4F6F-94F6-FDF0D76B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QUE SE PROPONE Y QUE SE BUSCA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5170E-6D5D-41C9-95FC-9FE0E8BB0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15.	Cual es la finalidad de la investigación.</a:t>
            </a:r>
          </a:p>
          <a:p>
            <a:r>
              <a:rPr lang="es-MX" dirty="0"/>
              <a:t>16.	Para que se está investigando.</a:t>
            </a:r>
          </a:p>
          <a:p>
            <a:r>
              <a:rPr lang="es-MX" dirty="0"/>
              <a:t>17.	Contradicción planteamiento de teorías alternativas. </a:t>
            </a:r>
          </a:p>
          <a:p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B45BB9-ED41-439E-8F6A-C79CFA4D6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DEFINE EL PROPÒSITO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6077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42185-5054-4375-ABDA-8D82F084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PARA QUÈ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D03249-79E3-423B-91B5-E162F336C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18.	Cuales son las alternativas a seguir.</a:t>
            </a:r>
          </a:p>
          <a:p>
            <a:r>
              <a:rPr lang="es-MX" dirty="0"/>
              <a:t>19.	qué se logrará</a:t>
            </a:r>
          </a:p>
          <a:p>
            <a:r>
              <a:rPr lang="es-MX" dirty="0"/>
              <a:t>20.	Cuáles serán los aportes</a:t>
            </a:r>
          </a:p>
          <a:p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DD0CAB-23FD-420F-92AD-B2B08DA00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ADELANTA POSIBLES SOLUCIONES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7548798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Marco">
      <a:dk1>
        <a:sysClr val="windowText" lastClr="000000"/>
      </a:dk1>
      <a:lt1>
        <a:sysClr val="window" lastClr="FFFFFF"/>
      </a:lt1>
      <a:dk2>
        <a:srgbClr val="4A3F38"/>
      </a:dk2>
      <a:lt2>
        <a:srgbClr val="EEEDCB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Marc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17</TotalTime>
  <Words>78</Words>
  <Application>Microsoft Office PowerPoint</Application>
  <PresentationFormat>Panorámica</PresentationFormat>
  <Paragraphs>35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Marco</vt:lpstr>
      <vt:lpstr>Planteamiento de la idea de investigación en dinámica de sistemas, como caso de estudio</vt:lpstr>
      <vt:lpstr>EL PROBLEMA </vt:lpstr>
      <vt:lpstr>POR QUE Y CUANDO SURGE</vt:lpstr>
      <vt:lpstr>DONDE SURGE</vt:lpstr>
      <vt:lpstr>CARACTERISTICAS Y COMO SE MANIFIESTA</vt:lpstr>
      <vt:lpstr>QUE SE PROPONE Y QUE SE BUSCA</vt:lpstr>
      <vt:lpstr>PARA QUÈ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Planteamiento de la idea de investigación en dinámica de sistemas, como caso de estudio</dc:title>
  <dc:creator>GESTOR DE PLATAFORMA FACULTAD DE CIENCIAS DE LA SALUD</dc:creator>
  <cp:lastModifiedBy>GESTOR DE PLATAFORMA FACULTAD DE CIENCIAS DE LA SALUD</cp:lastModifiedBy>
  <cp:revision>3</cp:revision>
  <dcterms:created xsi:type="dcterms:W3CDTF">2024-04-15T15:14:41Z</dcterms:created>
  <dcterms:modified xsi:type="dcterms:W3CDTF">2024-04-15T15:32:13Z</dcterms:modified>
</cp:coreProperties>
</file>